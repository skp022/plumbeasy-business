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PlumbEasy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Reliable Plumbing Made Easy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Investor &amp; Client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Logo / Hero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Customers struggle to find trusted plumbers.</a:t>
            </a:r>
          </a:p>
          <a:p>
            <a:pPr>
              <a:defRPr sz="2000"/>
            </a:pPr>
            <a:r>
              <a:t>• Plumbers have dry days with no work.</a:t>
            </a:r>
          </a:p>
          <a:p>
            <a:pPr>
              <a:defRPr sz="2000"/>
            </a:pPr>
            <a:r>
              <a:t>• No organized local marketplace.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Problem Illustration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Verified plumbers.</a:t>
            </a:r>
          </a:p>
          <a:p>
            <a:pPr>
              <a:defRPr sz="2000"/>
            </a:pPr>
            <a:r>
              <a:t>• WhatsApp-first booking.</a:t>
            </a:r>
          </a:p>
          <a:p>
            <a:pPr>
              <a:defRPr sz="2000"/>
            </a:pPr>
            <a:r>
              <a:t>• Fast assignment.</a:t>
            </a:r>
          </a:p>
          <a:p>
            <a:pPr>
              <a:defRPr sz="2000"/>
            </a:pPr>
            <a:r>
              <a:t>• Ratings &amp;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Workflow Graphic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Plumber registers.</a:t>
            </a:r>
          </a:p>
          <a:p>
            <a:pPr>
              <a:defRPr sz="2000"/>
            </a:pPr>
            <a:r>
              <a:t>• Verification.</a:t>
            </a:r>
          </a:p>
          <a:p>
            <a:pPr>
              <a:defRPr sz="2000"/>
            </a:pPr>
            <a:r>
              <a:t>• Customer books.</a:t>
            </a:r>
          </a:p>
          <a:p>
            <a:pPr>
              <a:defRPr sz="2000"/>
            </a:pPr>
            <a:r>
              <a:t>• Nearby plumber assigned.</a:t>
            </a:r>
          </a:p>
          <a:p>
            <a:pPr>
              <a:defRPr sz="2000"/>
            </a:pPr>
            <a:r>
              <a:t>• Job completed.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Flowchart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WhatsApp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Customer sends request.</a:t>
            </a:r>
          </a:p>
          <a:p>
            <a:pPr>
              <a:defRPr sz="2000"/>
            </a:pPr>
            <a:r>
              <a:t>• Operations team assigns.</a:t>
            </a:r>
          </a:p>
          <a:p>
            <a:pPr>
              <a:defRPr sz="2000"/>
            </a:pPr>
            <a:r>
              <a:t>• Plumber replies YES.</a:t>
            </a:r>
          </a:p>
          <a:p>
            <a:pPr>
              <a:defRPr sz="2000"/>
            </a:pPr>
            <a:r>
              <a:t>• Service completed.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Phone Mockup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Acquire users first.</a:t>
            </a:r>
          </a:p>
          <a:p>
            <a:pPr>
              <a:defRPr sz="2000"/>
            </a:pPr>
            <a:r>
              <a:t>• Later charge 5–10% commission.</a:t>
            </a:r>
          </a:p>
          <a:p>
            <a:pPr>
              <a:defRPr sz="2000"/>
            </a:pPr>
            <a:r>
              <a:t>• Future premium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Revenue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Referrals</a:t>
            </a:r>
          </a:p>
          <a:p>
            <a:pPr>
              <a:defRPr sz="2000"/>
            </a:pPr>
            <a:r>
              <a:t>• Apartment communities</a:t>
            </a:r>
          </a:p>
          <a:p>
            <a:pPr>
              <a:defRPr sz="2000"/>
            </a:pPr>
            <a:r>
              <a:t>• Google Business</a:t>
            </a:r>
          </a:p>
          <a:p>
            <a:pPr>
              <a:defRPr sz="2000"/>
            </a:pPr>
            <a:r>
              <a:t>• WhatsApp</a:t>
            </a:r>
          </a:p>
          <a:p>
            <a:pPr>
              <a:defRPr sz="2000"/>
            </a:pPr>
            <a:r>
              <a:t>• Social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Marketing Icons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Electricians</a:t>
            </a:r>
          </a:p>
          <a:p>
            <a:pPr>
              <a:defRPr sz="2000"/>
            </a:pPr>
            <a:r>
              <a:t>• Painters</a:t>
            </a:r>
          </a:p>
          <a:p>
            <a:pPr>
              <a:defRPr sz="2000"/>
            </a:pPr>
            <a:r>
              <a:t>• Carpenters</a:t>
            </a:r>
          </a:p>
          <a:p>
            <a:pPr>
              <a:defRPr sz="2000"/>
            </a:pPr>
            <a:r>
              <a:t>• AC Technicians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Service 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Launch in Visakhapatnam</a:t>
            </a:r>
          </a:p>
          <a:p>
            <a:pPr>
              <a:defRPr sz="2000"/>
            </a:pPr>
            <a:r>
              <a:t>• 100 plumbers</a:t>
            </a:r>
          </a:p>
          <a:p>
            <a:pPr>
              <a:defRPr sz="2000"/>
            </a:pPr>
            <a:r>
              <a:t>• 1000 bookings</a:t>
            </a:r>
          </a:p>
          <a:p>
            <a:pPr>
              <a:defRPr sz="2000"/>
            </a:pPr>
            <a:r>
              <a:t>• Expand city by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Timeline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1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Questions?</a:t>
            </a:r>
          </a:p>
          <a:p>
            <a:pPr>
              <a:defRPr sz="2000"/>
            </a:pPr>
            <a:r>
              <a:t>• PlumbEasy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38912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IMAGE / MOCKUP</a:t>
            </a:r>
          </a:p>
          <a:p/>
          <a:p>
            <a:r>
              <a:t>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